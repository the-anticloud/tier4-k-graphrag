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K_GRAPHRAG</a:t>
            </a:r>
          </a:p>
          <a:p>
            <a:r>
              <a:t>Tier: TIER_4_INFERENCE_AGENTS</a:t>
            </a:r>
          </a:p>
          <a:p>
            <a:r>
              <a:t>Identity: Upstream microsoft/graphrag @ 769542fbf1d8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microsoft/graphrag |</a:t>
            </a:r>
          </a:p>
          <a:p>
            <a:r>
              <a:t>| Commit | 769542fbf1d8e5b4c6a8677fefc34621c87894c5 |</a:t>
            </a:r>
          </a:p>
          <a:p>
            <a:r>
              <a:t>| Upstream licence | MIT |</a:t>
            </a:r>
          </a:p>
          <a:p>
            <a:r>
              <a:t>| Licence class | permissive |</a:t>
            </a:r>
          </a:p>
          <a:p>
            <a:r>
              <a:t>| Clone size | 16.89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K_GRAPHRAG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